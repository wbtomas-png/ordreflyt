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SmartSite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Én plattform. Full kontroll.</a:t>
            </a:r>
          </a:p>
          <a:p>
            <a:r>
              <a:t>Smartere prosjekter.</a:t>
            </a:r>
          </a:p>
          <a:p/>
          <a:p>
            <a:r>
              <a:t>• Kalkyle</a:t>
            </a:r>
          </a:p>
          <a:p>
            <a:r>
              <a:t>• Prosjekter</a:t>
            </a:r>
          </a:p>
          <a:p>
            <a:r>
              <a:t>• FDV &amp; dokumentasjon</a:t>
            </a:r>
          </a:p>
          <a:p>
            <a:r>
              <a:t>• Felt og inspeksjon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Problemet i dag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Excel-kaos</a:t>
            </a:r>
          </a:p>
          <a:p>
            <a:r>
              <a:t>• Manuelle PDF-er</a:t>
            </a:r>
          </a:p>
          <a:p>
            <a:r>
              <a:t>• Manglende sporbarhet</a:t>
            </a:r>
          </a:p>
          <a:p>
            <a:r>
              <a:t>• Dårlig kobling kontor–felt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Løsningen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SmartSite AI samler alt:</a:t>
            </a:r>
          </a:p>
          <a:p/>
          <a:p>
            <a:r>
              <a:t>• Kalkyle &amp; produkter</a:t>
            </a:r>
          </a:p>
          <a:p>
            <a:r>
              <a:t>• Prosjekter &amp; overlevering</a:t>
            </a:r>
          </a:p>
          <a:p>
            <a:r>
              <a:t>• Avvik, HMS, inspeksjon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Hva gjør oss unike?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der det gir verdi</a:t>
            </a:r>
          </a:p>
          <a:p>
            <a:r>
              <a:t>• Kart, tegning og måleverktøy</a:t>
            </a:r>
          </a:p>
          <a:p>
            <a:r>
              <a:t>• Multi-tenant og skalerbart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Verdien for kunden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30–50 % tidsbesparelse</a:t>
            </a:r>
          </a:p>
          <a:p>
            <a:r>
              <a:t>• Redusert risiko</a:t>
            </a:r>
          </a:p>
          <a:p>
            <a:r>
              <a:t>• Økt lønnsomhet</a:t>
            </a:r>
          </a:p>
          <a:p/>
          <a:p>
            <a:r>
              <a:t>Klar for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